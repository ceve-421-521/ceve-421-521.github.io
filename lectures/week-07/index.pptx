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biocon.2010.12.020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Sensitivity &amp; Value of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piece of Runge, Converse, and Lyons (2011), we will revisit it on Wednesday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Runge, Michael C., Sarah J. Converse, and James E. Lyons. 2011. “Which Uncertainty? Using Expert Elicitation and Expected Value of Information to Design an Adaptive Program.” </a:t>
            </a:r>
            <a:r>
              <a:rPr i="1"/>
              <a:t>Biological Conservation</a:t>
            </a:r>
            <a:r>
              <a:rPr/>
              <a:t>, Adaptive management for biodiversity conservation in an uncertain world, 144 (4): 1214–23. </a:t>
            </a:r>
            <a:r>
              <a:rPr>
                <a:hlinkClick r:id="rId2"/>
              </a:rPr>
              <a:t>https://doi.org/10.1016/j.biocon.2010.12.020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Sensitivity &amp; Value of Information</dc:title>
  <dc:creator>Dr. James Doss-Gollin</dc:creator>
  <cp:keywords/>
  <dcterms:created xsi:type="dcterms:W3CDTF">2026-02-04T17:24:48Z</dcterms:created>
  <dcterms:modified xsi:type="dcterms:W3CDTF">2026-02-04T17:24:48Z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
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191163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Optimal Static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part of van Dantzig (1956) and then we will revisit it in the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Dantzig, D. van. 1956. “Economic Decision Problems for Flood Prevention.” </a:t>
            </a:r>
            <a:r>
              <a:rPr i="1"/>
              <a:t>Econometrica</a:t>
            </a:r>
            <a:r>
              <a:rPr/>
              <a:t> 24 (3): 276–87. </a:t>
            </a:r>
            <a:r>
              <a:rPr>
                <a:hlinkClick r:id="rId2"/>
              </a:rPr>
              <a:t>https://doi.org/10.2307/1911632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Optimal Static Decisions</dc:title>
  <dc:creator>Dr. James Doss-Gollin</dc:creator>
  <cp:keywords/>
  <dcterms:created xsi:type="dcterms:W3CDTF">2026-01-13T18:27:59Z</dcterms:created>
  <dcterms:modified xsi:type="dcterms:W3CDTF">2026-01-13T18:27:59Z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
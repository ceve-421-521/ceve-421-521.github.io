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2307/1911632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Optimal Static Decisions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2026-02-23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a part of van Dantzig (1956) and then we will revisit it in the reading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Coming Soon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is under development.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Dantzig, D. van. 1956. “Economic Decision Problems for Flood Prevention.” </a:t>
            </a:r>
            <a:r>
              <a:rPr i="1"/>
              <a:t>Econometrica</a:t>
            </a:r>
            <a:r>
              <a:rPr/>
              <a:t> 24 (3): 276–87. </a:t>
            </a:r>
            <a:r>
              <a:rPr>
                <a:hlinkClick r:id="rId2"/>
              </a:rPr>
              <a:t>https://doi.org/10.2307/1911632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Optimal Static Decisions</dc:title>
  <dc:creator>Dr. James Doss-Gollin</dc:creator>
  <cp:keywords/>
  <dcterms:created xsi:type="dcterms:W3CDTF">2026-01-07T18:20:42Z</dcterms:created>
  <dcterms:modified xsi:type="dcterms:W3CDTF">2026-01-07T18:20:42Z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2026-02-23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ubtitle">
    <vt:lpwstr>Lecture</vt:lpwstr>
  </property>
  <property fmtid="{D5CDD505-2E9C-101B-9397-08002B2CF9AE}" pid="16" name="toc-title">
    <vt:lpwstr>Table of contents</vt:lpwstr>
  </property>
  <property fmtid="{D5CDD505-2E9C-101B-9397-08002B2CF9AE}" pid="17" name="week">
    <vt:lpwstr>7</vt:lpwstr>
  </property>
</Properties>
</file>
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the dike problem from Lab 5.”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5281/zenodo.6110623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r>
                          <m:t>E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∼</m:t>
                                      </m:r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…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π</m:t>
                        </m:r>
                      </m:e>
                    </m:d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0.1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Jim W. Hall, Jonathan Rougier, David B. Stephenson, and Thorsten Wagener.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Keyvan Malek, Tina Karimi, Chris R. Vernon, Vivek Srikrishnan, Rohini S. Gupta, et al. 2022. </a:t>
            </a:r>
            <a:r>
              <a:rPr i="1"/>
              <a:t>Addressing Uncertainty in Multisector Dynamics Research</a:t>
            </a:r>
            <a:r>
              <a:rPr/>
              <a:t>. Zenodo. </a:t>
            </a:r>
            <a:r>
              <a:rPr>
                <a:hlinkClick r:id="rId3"/>
              </a:rPr>
              <a:t>https://doi.org/10.5281/zenodo.6110623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Francesca Campolongo, Jessica Cariboni, Debora Gatelli, Michaela Saisana, and Stefano Tarantola.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Dr. James Doss-Gollin</dc:creator>
  <cp:keywords/>
  <dcterms:created xsi:type="dcterms:W3CDTF">2026-02-25T21:15:00Z</dcterms:created>
  <dcterms:modified xsi:type="dcterms:W3CDTF">2026-02-25T21:15:00Z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
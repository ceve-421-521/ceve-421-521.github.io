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E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∼</m:t>
                                      </m:r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π</m:t>
                        </m:r>
                      </m:e>
                    </m:d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0.1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Jim W. Hall, Jonathan Rougier, David B. Stephenson, and Thorsten Wagener.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Christa Brelsford, Casey D. Burleyson, Stuart Cohen, Ana Dyreson,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Francesca Campolongo, Jessica Cariboni, Debora Gatelli, Michaela Saisana, and Stefano Tarantola.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Dr. James Doss-Gollin</dc:creator>
  <cp:keywords/>
  <dcterms:created xsi:type="dcterms:W3CDTF">2026-03-12T13:33:49Z</dcterms:created>
  <dcterms:modified xsi:type="dcterms:W3CDTF">2026-03-12T13:33:49Z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
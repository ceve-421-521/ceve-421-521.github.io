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|</m:t>
                    </m:r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|</m:t>
                    </m:r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[</m:t>
                        </m:r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]</m:t>
                        </m:r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∼</m:t>
                                  </m:r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0.1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et al.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et al.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2026-04-01T21:43:28Z</dcterms:created>
  <dcterms:modified xsi:type="dcterms:W3CDTF">2026-04-01T21:43:28Z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7</vt:lpwstr>
  </property>
</Properties>
</file>
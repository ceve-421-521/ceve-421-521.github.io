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1029/2021EF002621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M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Sup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j</m:t>
                              </m:r>
                            </m:sup>
                          </m:sSubSup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rPr>
                                  <m:sty m:val="p"/>
                                </m:rP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|</m:t>
                    </m:r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|</m:t>
                    </m:r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(</m:t>
                    </m:r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Y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  <m:r>
                          <m:rPr>
                            <m:sty m:val="p"/>
                          </m:rPr>
                          <m:t>[</m:t>
                        </m:r>
                        <m:r>
                          <m:t>Y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]</m:t>
                        </m:r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cr m:val="double-struck"/>
                                  <m:sty m:val="p"/>
                                </m:rP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[</m:t>
                              </m:r>
                              <m:r>
                                <m:t>Y</m:t>
                              </m:r>
                              <m: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m:t>∼</m:t>
                                  </m:r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]</m:t>
                              </m:r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M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π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0.1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et al.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Richard H. Moss, et al. 2022. “Multisector Dynamics: Advancing the Science of Complex Adaptive Human-Earth Systems.” </a:t>
            </a:r>
            <a:r>
              <a:rPr i="1"/>
              <a:t>Earth’s Future</a:t>
            </a:r>
            <a:r>
              <a:rPr/>
              <a:t> 10 (3): e2021EF002621. </a:t>
            </a:r>
            <a:r>
              <a:rPr>
                <a:hlinkClick r:id="rId3"/>
              </a:rPr>
              <a:t>https://doi.org/10.1029/2021EF002621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et al.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James Doss-Gollin</dc:creator>
  <cp:keywords/>
  <dcterms:created xsi:type="dcterms:W3CDTF">2026-04-03T15:51:52Z</dcterms:created>
  <dcterms:modified xsi:type="dcterms:W3CDTF">2026-04-03T15:51:52Z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7</vt:lpwstr>
  </property>
</Properties>
</file>
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14/aoms/11777290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(Blackwell 1953):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Blackwell, David. 1953. “Equivalent Comparisons of Experiments.” </a:t>
            </a:r>
            <a:r>
              <a:rPr i="1"/>
              <a:t>The Annals of Mathematical Statistics</a:t>
            </a:r>
            <a:r>
              <a:rPr/>
              <a:t> 24 (2): 265–72. </a:t>
            </a:r>
            <a:r>
              <a:rPr>
                <a:hlinkClick r:id="rId2"/>
              </a:rPr>
              <a:t>https://doi.org/10.1214/aoms/1177729032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2026-03-04T17:50:08Z</dcterms:created>
  <dcterms:modified xsi:type="dcterms:W3CDTF">2026-03-04T17:50:08Z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
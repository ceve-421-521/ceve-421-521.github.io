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Multi-Objective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Draft Material:</a:t>
            </a:r>
            <a:r>
              <a:rPr/>
              <a:t> This content is under development and subject to change.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Coming Soon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is under development.</a:t>
            </a:r>
          </a:p>
          <a:p>
            <a:pPr lvl="0" indent="0" marL="0">
              <a:buNone/>
            </a:pPr>
            <a:r>
              <a:rPr/>
              <a:t>Content to adapt from previous course:</a:t>
            </a:r>
          </a:p>
          <a:p>
            <a:pPr lvl="0"/>
            <a:r>
              <a:rPr/>
              <a:t>Enriched notation diagram</a:t>
            </a:r>
          </a:p>
          <a:p>
            <a:pPr lvl="0"/>
            <a:r>
              <a:rPr/>
              <a:t>Dominance definition and examples</a:t>
            </a:r>
          </a:p>
          <a:p>
            <a:pPr lvl="0"/>
            <a:r>
              <a:rPr/>
              <a:t>Pareto front visualization</a:t>
            </a:r>
          </a:p>
          <a:p>
            <a:pPr lvl="0"/>
            <a:r>
              <a:rPr/>
              <a:t>Weighted sum approach and limitations</a:t>
            </a:r>
          </a:p>
          <a:p>
            <a:pPr lvl="0"/>
            <a:r>
              <a:rPr/>
              <a:t>Genetic algorithms / MOEAs</a:t>
            </a:r>
          </a:p>
          <a:p>
            <a:pPr lvl="0"/>
            <a:r>
              <a:rPr/>
              <a:t>Convergence diagnostics (hypervolume)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Multi-Objective Optimization</dc:title>
  <dc:creator>Dr. James Doss-Gollin</dc:creator>
  <cp:keywords/>
  <dcterms:created xsi:type="dcterms:W3CDTF">2026-02-05T22:46:19Z</dcterms:created>
  <dcterms:modified xsi:type="dcterms:W3CDTF">2026-02-05T22:46:19Z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2026-04-06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draft</vt:lpwstr>
  </property>
  <property fmtid="{D5CDD505-2E9C-101B-9397-08002B2CF9AE}" pid="16" name="subtitle">
    <vt:lpwstr>Lecture</vt:lpwstr>
  </property>
  <property fmtid="{D5CDD505-2E9C-101B-9397-08002B2CF9AE}" pid="17" name="toc-title">
    <vt:lpwstr>Table of contents</vt:lpwstr>
  </property>
  <property fmtid="{D5CDD505-2E9C-101B-9397-08002B2CF9AE}" pid="18" name="week">
    <vt:lpwstr>12</vt:lpwstr>
  </property>
</Properties>
</file>
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../readings/week-03-reading.qmd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Variability, Extremes, and Change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is no specific preparation required for this class. Get a head start on </a:t>
            </a:r>
            <a:r>
              <a:rPr>
                <a:hlinkClick r:id="rId2"/>
              </a:rPr>
              <a:t>the week’s reading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Variability, Extremes, and Change</dc:title>
  <dc:creator>Dr. James Doss-Gollin</dc:creator>
  <cp:keywords/>
  <dcterms:created xsi:type="dcterms:W3CDTF">2026-01-07T21:20:29Z</dcterms:created>
  <dcterms:modified xsi:type="dcterms:W3CDTF">2026-01-07T21:20:29Z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ubtitle">
    <vt:lpwstr>Lecture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
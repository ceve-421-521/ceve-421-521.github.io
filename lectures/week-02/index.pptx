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8" Type="http://schemas.openxmlformats.org/officeDocument/2006/relationships/viewProps" Target="viewProps.xml" /><Relationship Id="rId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0" Type="http://schemas.openxmlformats.org/officeDocument/2006/relationships/tableStyles" Target="tableStyles.xml" /><Relationship Id="rId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hec.usace.army.mil/confluence/fdadocs/fdaqsg/flood-risk-assessment-and-hec-fda-152637126.html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Hazard, Exposure, Vulnerability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2026-01-21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Flood Risk Assessment and HEC-FDA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Hazard, Exposure, Vulnerability</dc:title>
  <dc:creator>Dr. James Doss-Gollin</dc:creator>
  <cp:keywords/>
  <dcterms:created xsi:type="dcterms:W3CDTF">2026-01-12T04:35:40Z</dcterms:created>
  <dcterms:modified xsi:type="dcterms:W3CDTF">2026-01-12T04:35:40Z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2026-01-21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2</vt:lpwstr>
  </property>
</Properties>
</file>
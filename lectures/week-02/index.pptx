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Jongman, Ward, and Aerts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Tedesco, McAlpine, and Porter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Moel, van Vliet, and Aerts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8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5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90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h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Suren Chen, Daniel Cox, Bret Webb, and Amy Cerato.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2026-02-20T13:46:39Z</dcterms:created>
  <dcterms:modified xsi:type="dcterms:W3CDTF">2026-02-20T13:46:39Z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2</vt:lpwstr>
  </property>
</Properties>
</file>
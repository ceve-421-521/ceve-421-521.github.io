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Jongman, Ward, and Aerts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Tedesco, McAlpine, and Porter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Moel, van Vliet, and Aerts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8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5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90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h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Suren Chen, Daniel Cox, Bret Webb, and Amy Cerato.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James Doss-Gollin</dc:creator>
  <cp:keywords/>
  <dcterms:created xsi:type="dcterms:W3CDTF">2026-03-22T19:07:52Z</dcterms:created>
  <dcterms:modified xsi:type="dcterms:W3CDTF">2026-03-22T19:07:52Z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
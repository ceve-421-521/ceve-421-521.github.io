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07/s10113-013-0420-z" TargetMode="External" /><Relationship Id="rId4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(</a:t>
            </a:r>
            <a:r>
              <a:rPr b="1"/>
              <a:t>jongman_exposure:2012?</a:t>
            </a:r>
            <a:r>
              <a:rPr/>
              <a:t>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(</a:t>
            </a:r>
            <a:r>
              <a:rPr b="1"/>
              <a:t>tedesco_exposure:2020?</a:t>
            </a:r>
            <a:r>
              <a:rPr/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3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4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2026-01-30T06:14:24Z</dcterms:created>
  <dcterms:modified xsi:type="dcterms:W3CDTF">2026-01-30T06:14:24Z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
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hec.usace.army.mil/confluence/fdadocs/fdaqsg/flood-risk-assessment-and-hec-fda-152637126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Flood Risk Assessment and HEC-FDA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2026-01-07T21:20:28Z</dcterms:created>
  <dcterms:modified xsi:type="dcterms:W3CDTF">2026-01-07T21:20:28Z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
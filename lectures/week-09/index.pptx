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notesMaster" Target="notesMasters/notesMaster1.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Dr. 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Draft Material:</a:t>
            </a:r>
            <a:r>
              <a:rPr/>
              <a:t> This content is under development and subject to change.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ty m:val="p"/>
                        <m:scr m:val="double-struck"/>
                      </m:rPr>
                      <m:t>E</m:t>
                    </m:r>
                    <m:d>
                      <m:dPr>
                        <m:begChr m:val="["/>
                        <m:sepChr m:val=""/>
                        <m:endChr m:val="]"/>
                        <m:grow/>
                      </m:dPr>
                      <m:e>
                        <m:r>
                          <m:rPr>
                            <m:nor/>
                            <m:sty m:val="p"/>
                          </m:rPr>
                          <m:t>NPV</m:t>
                        </m:r>
                        <m:d>
                          <m:dPr>
                            <m:begChr m:val="("/>
                            <m:sepChr m:val=""/>
                            <m:endChr m:val=")"/>
                            <m:grow/>
                          </m:dPr>
                          <m:e>
                            <m:r>
                              <m:t>a</m:t>
                            </m:r>
                            <m:r>
                              <m:rPr>
                                <m:sty m:val="p"/>
                              </m:rPr>
                              <m:t>,</m:t>
                            </m:r>
                            <m:r>
                              <m:rPr>
                                <m:sty m:val="b"/>
                              </m:rPr>
                              <m:t>s</m:t>
                            </m:r>
                          </m:e>
                        </m:d>
                      </m:e>
                    </m:d>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Keller, Helgeson, and Srikrishnan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d>
                        <m:dPr>
                          <m:begChr m:val="("/>
                          <m:sepChr m:val=""/>
                          <m:endChr m:val=")"/>
                          <m:grow/>
                        </m:dPr>
                        <m:e>
                          <m:r>
                            <m:t>a</m:t>
                          </m:r>
                          <m:r>
                            <m:rPr>
                              <m:sty m:val="p"/>
                            </m:rPr>
                            <m:t>,</m:t>
                          </m:r>
                          <m:r>
                            <m:t>s</m:t>
                          </m:r>
                        </m:e>
                      </m:d>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Katrina Brown, Caroline Abunge, Diego Galafassi, Garry D. Peterson, Tim R. McClanahan, Johnstone O. Omukoto, and Lydiah Munyi.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Khalid Osman, Matteo Giuliani, David Gold, Anjuli Jain Figueroa, and Bethany Gordon.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“2022 Prioritization Framework for the Allocation of Funds from the Harris County Flood Resilience Trust.”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Dr. James Doss-Gollin</dc:creator>
  <cp:keywords/>
  <dcterms:created xsi:type="dcterms:W3CDTF">2026-03-12T13:33:52Z</dcterms:created>
  <dcterms:modified xsi:type="dcterms:W3CDTF">2026-03-12T13:33:52Z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draft</vt:lpwstr>
  </property>
  <property fmtid="{D5CDD505-2E9C-101B-9397-08002B2CF9AE}" pid="16" name="subtitle">
    <vt:lpwstr>Lecture (Remote)</vt:lpwstr>
  </property>
  <property fmtid="{D5CDD505-2E9C-101B-9397-08002B2CF9AE}" pid="17" name="toc-title">
    <vt:lpwstr>Table of contents</vt:lpwstr>
  </property>
  <property fmtid="{D5CDD505-2E9C-101B-9397-08002B2CF9AE}" pid="18" name="week">
    <vt:lpwstr>9</vt:lpwstr>
  </property>
</Properties>
</file>
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Trade-offs &amp; Values</dc:title>
  <dc:creator>Dr. James Doss-Gollin</dc:creator>
  <cp:keywords/>
  <dcterms:created xsi:type="dcterms:W3CDTF">2026-03-06T08:00:21Z</dcterms:created>
  <dcterms:modified xsi:type="dcterms:W3CDTF">2026-03-06T08:00:21Z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
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Trade-offs &amp; Values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(Remote)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Trade-offs &amp; Values</dc:title>
  <dc:creator>Dr. James Doss-Gollin</dc:creator>
  <cp:keywords/>
  <dcterms:created xsi:type="dcterms:W3CDTF">2026-02-09T04:52:16Z</dcterms:created>
  <dcterms:modified xsi:type="dcterms:W3CDTF">2026-02-09T04:52:16Z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2026-03-09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 (Remote)</vt:lpwstr>
  </property>
  <property fmtid="{D5CDD505-2E9C-101B-9397-08002B2CF9AE}" pid="17" name="toc-title">
    <vt:lpwstr>Table of contents</vt:lpwstr>
  </property>
  <property fmtid="{D5CDD505-2E9C-101B-9397-08002B2CF9AE}" pid="18" name="week">
    <vt:lpwstr>9</vt:lpwstr>
  </property>
</Properties>
</file>
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cr m:val="double-struck"/>
                        <m:sty m:val="p"/>
                      </m:rPr>
                      <m:t>E</m:t>
                    </m:r>
                    <m:r>
                      <m:rPr>
                        <m:sty m:val="p"/>
                      </m:rPr>
                      <m:t>[</m:t>
                    </m:r>
                    <m:r>
                      <m:rPr>
                        <m:nor/>
                        <m:sty m:val="p"/>
                      </m:rPr>
                      <m:t>NPV</m:t>
                    </m:r>
                    <m:r>
                      <m:rPr>
                        <m:sty m:val="p"/>
                      </m:rPr>
                      <m:t>(</m:t>
                    </m:r>
                    <m:r>
                      <m:t>a</m:t>
                    </m:r>
                    <m:r>
                      <m:rPr>
                        <m:sty m:val="p"/>
                      </m:rPr>
                      <m:t>,</m:t>
                    </m:r>
                    <m:r>
                      <m:rPr>
                        <m:sty m:val="b"/>
                      </m:rPr>
                      <m:t>s</m:t>
                    </m:r>
                    <m:r>
                      <m:rPr>
                        <m:sty m:val="p"/>
                      </m:rPr>
                      <m:t>)</m:t>
                    </m:r>
                    <m:r>
                      <m:rPr>
                        <m:sty m:val="p"/>
                      </m:rPr>
                      <m:t>]</m:t>
                    </m:r>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Keller et al.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r>
                        <m:rPr>
                          <m:sty m:val="p"/>
                        </m:rPr>
                        <m:t>(</m:t>
                      </m:r>
                      <m:r>
                        <m:t>a</m:t>
                      </m:r>
                      <m:r>
                        <m:rPr>
                          <m:sty m:val="p"/>
                        </m:rPr>
                        <m:t>,</m:t>
                      </m:r>
                      <m:r>
                        <m:t>s</m:t>
                      </m:r>
                      <m:r>
                        <m:rPr>
                          <m:sty m:val="p"/>
                        </m:rPr>
                        <m:t>)</m:t>
                      </m:r>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et al.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et al.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a:t>
            </a:r>
            <a:r>
              <a:rPr i="1"/>
              <a:t>2022 Prioritization Framework for the Allocation of Funds from the Harris County Flood Resilience Trust</a:t>
            </a:r>
            <a:r>
              <a:rPr/>
              <a: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2026-04-13T16:38:07Z</dcterms:created>
  <dcterms:modified xsi:type="dcterms:W3CDTF">2026-04-13T16:38:07Z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 (Remote)</vt:lpwstr>
  </property>
  <property fmtid="{D5CDD505-2E9C-101B-9397-08002B2CF9AE}" pid="18" name="toc-title">
    <vt:lpwstr>Table of contents</vt:lpwstr>
  </property>
  <property fmtid="{D5CDD505-2E9C-101B-9397-08002B2CF9AE}" pid="19" name="week">
    <vt:lpwstr>9</vt:lpwstr>
  </property>
</Properties>
</file>
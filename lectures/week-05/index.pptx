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investopedia.com/terms/v/var.asp" TargetMode="External" /><Relationship Id="rId3" Type="http://schemas.openxmlformats.org/officeDocument/2006/relationships/hyperlink" Target="https://www.investopedia.com/terms/c/conditional_value_at_risk.asp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 Metrics (EAD, VaR, CVaR)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about </a:t>
            </a:r>
            <a:r>
              <a:rPr>
                <a:hlinkClick r:id="rId2"/>
              </a:rPr>
              <a:t>VaR</a:t>
            </a:r>
            <a:r>
              <a:rPr/>
              <a:t> and </a:t>
            </a:r>
            <a:r>
              <a:rPr>
                <a:hlinkClick r:id="rId3"/>
              </a:rPr>
              <a:t>CVaR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Metrics (EAD, VaR, CVaR)</dc:title>
  <dc:creator>Dr. James Doss-Gollin</dc:creator>
  <cp:keywords/>
  <dcterms:created xsi:type="dcterms:W3CDTF">2026-01-21T04:56:45Z</dcterms:created>
  <dcterms:modified xsi:type="dcterms:W3CDTF">2026-01-21T04:56:45Z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2026-02-09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5</vt:lpwstr>
  </property>
</Properties>
</file>
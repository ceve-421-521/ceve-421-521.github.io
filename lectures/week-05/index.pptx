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 Key insight from (</a:t>
            </a:r>
            <a:r>
              <a:rPr b="1"/>
              <a:t>weitzman_stern:2007?</a:t>
            </a:r>
            <a:r>
              <a:rPr/>
              <a:t>): “if you use a large discount rate, your model will always tell you to burn more fossil fuels.”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p"/>
                          <m:scr m:val="script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  <m:scr m:val="script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p"/>
                          <m:scr m:val="double-struck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Precompiling packages...
   6365.2 ms  ✓ QuartoNotebookWorkerMakieExt (serial)
  1 dependency successfully precompiled in 6 seconds
Precompiling packages...
   4772.1 ms  ✓ QuartoNotebookWorkerCairoMakieExt (serial)
  1 dependency successfully precompiled in 5 seconds</a:t>
                </a:r>
              </a:p>
            </p:txBody>
          </p:sp>
        </mc:Choice>
      </mc:AlternateContent>
      <p:pic>
        <p:nvPicPr>
          <p:cNvPr descr="index_files/figure-pptx/cell-2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γ</m:t>
                                  </m:r>
                                </m:e>
                              </m:d>
                            </m:e>
                            <m:sup>
                              <m:r>
                                <m:t>t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γ</m:t>
                            </m:r>
                          </m:e>
                        </m:d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γ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1.07</m:t>
                                </m:r>
                              </m:e>
                            </m:d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</m:e>
                    </m:acc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sSup><m:e><m:d><m:dPr><m:begChr m:val="(" /><m:sepChr m:val="" /><m:endChr m:val=")" /><m:grow /></m:dPr><m:e><m:r><m:t>1</m:t></m:r><m:r><m:rPr><m:sty m:val="p" /></m:rPr><m:t>+</m:t></m:r><m:r><m:t>r</m:t></m:r></m:e></m:d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overarching federal guidance on BCA (U.S. Office of Management and Budget 2023):</a:t>
                </a:r>
              </a:p>
              <a:p>
                <a:pPr lvl="0"/>
                <a:r>
                  <a:rPr/>
                  <a:t>Governs how </a:t>
                </a:r>
                <a:r>
                  <a:rPr b="1"/>
                  <a:t>all</a:t>
                </a:r>
                <a:r>
                  <a:rPr/>
                  <a:t> federal agencies should conduct BCA</a:t>
                </a:r>
              </a:p>
              <a:p>
                <a:pPr lvl="0"/>
                <a:r>
                  <a:rPr/>
                  <a:t>2023 update 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B. Groom, G. Heal, R. Newell, W. Nordhaus,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“Circular No. A-94: Guidelines and Discount Rates for Benefit-Cost Analysis of Federal Programs.”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2026-02-09T04:52:14Z</dcterms:created>
  <dcterms:modified xsi:type="dcterms:W3CDTF">2026-02-09T04:52:14Z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
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Precompiling packages...
  10232.9 ms  ✓ QuartoNotebookWorkerMakieExt (serial)
  1 dependency successfully precompiled in 10 seconds
Precompiling packages...
  14396.8 ms  ✓ QuartoNotebookWorkerCairoMakieExt (serial)
  1 dependency successfully precompiled in 14 seconds</a:t>
                </a:r>
              </a:p>
            </p:txBody>
          </p:sp>
        </mc:Choice>
      </mc:AlternateContent>
      <p:pic>
        <p:nvPicPr>
          <p:cNvPr descr="index_files/figure-pptx/cell-2-output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2026-04-10T18:53:10Z</dcterms:created>
  <dcterms:modified xsi:type="dcterms:W3CDTF">2026-04-10T18:53:10Z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
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cr m:val="script"/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cr m:val="script"/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cr m:val="double-struck"/>
                          <m:sty m:val="p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Precompiling packages...
  10232.9 ms  ✓ QuartoNotebookWorkerMakieExt (serial)
  1 dependency successfully precompiled in 10 seconds
Precompiling packages...
  14396.8 ms  ✓ QuartoNotebookWorkerCairoMakieExt (serial)
  1 dependency successfully precompiled in 14 seconds</a:t>
                </a:r>
              </a:p>
            </p:txBody>
          </p:sp>
        </mc:Choice>
      </mc:AlternateContent>
      <p:pic>
        <p:nvPicPr>
          <p:cNvPr descr="index_files/figure-pptx/cell-2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γ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t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1.07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</m:e>
                    </m:acc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cr m:val="double-struck"/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r><m:rPr><m:sty m:val="p" /></m:rPr><m:t>(</m:t></m:r><m:r><m:t>1</m:t></m:r><m:r><m:rPr><m:sty m:val="p" /></m:rPr><m:t>+</m:t></m:r><m:r><m:t>r</m:t></m:r><m:sSup><m:e><m:r><m:rPr><m:sty m:val="p" /></m:rPr><m:t>)</m:t></m:r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</a:t>
            </a:r>
            <a:r>
              <a:rPr i="1"/>
              <a:t>Circular No. A-94: Guidelines and Discount Rates for Benefit-Cost Analysis of Federal Programs</a:t>
            </a:r>
            <a:r>
              <a:rPr/>
              <a:t>.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James Doss-Gollin</dc:creator>
  <cp:keywords/>
  <dcterms:created xsi:type="dcterms:W3CDTF">2026-04-10T15:02:21Z</dcterms:created>
  <dcterms:modified xsi:type="dcterms:W3CDTF">2026-04-10T15:02:21Z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5</vt:lpwstr>
  </property>
</Properties>
</file>
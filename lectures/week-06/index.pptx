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8/s41467-020-19188-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 Zarekarizi, Srikrishnan, and Keller (2020)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Zarekarizi, Mahkameh, Vivek Srikrishnan, and Klaus Keller. 2020. “Neglecting Uncertainties Biases House-Elevation Decisions to Manage Riverine Flood Risks.” </a:t>
            </a:r>
            <a:r>
              <a:rPr i="1"/>
              <a:t>Nature Communications</a:t>
            </a:r>
            <a:r>
              <a:rPr/>
              <a:t> 11 (1, 1): 5361. </a:t>
            </a:r>
            <a:r>
              <a:rPr>
                <a:hlinkClick r:id="rId2"/>
              </a:rPr>
              <a:t>https://doi.org/10.1038/s41467-020-19188-9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2026-01-12T04:35:41Z</dcterms:created>
  <dcterms:modified xsi:type="dcterms:W3CDTF">2026-01-12T04:35:41Z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6</vt:lpwstr>
  </property>
</Properties>
</file>
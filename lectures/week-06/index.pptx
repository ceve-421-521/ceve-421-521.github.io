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38/s41467-020-19188-9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Valuation &amp; Benefit-Cost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2026-02-16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Draft Material:</a:t>
            </a:r>
            <a:r>
              <a:rPr/>
              <a:t> This content is under development and subject to change.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Revisit Zarekarizi, Srikrishnan, and Keller (2020)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Zarekarizi, Mahkameh, Vivek Srikrishnan, and Klaus Keller. 2020. “Neglecting Uncertainties Biases House-Elevation Decisions to Manage Riverine Flood Risks.” </a:t>
            </a:r>
            <a:r>
              <a:rPr i="1"/>
              <a:t>Nature Communications</a:t>
            </a:r>
            <a:r>
              <a:rPr/>
              <a:t> 11 (1, 1): 5361. </a:t>
            </a:r>
            <a:r>
              <a:rPr>
                <a:hlinkClick r:id="rId2"/>
              </a:rPr>
              <a:t>https://doi.org/10.1038/s41467-020-19188-9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Valuation &amp; Benefit-Cost Analysis</dc:title>
  <dc:creator>Dr. James Doss-Gollin</dc:creator>
  <cp:keywords/>
  <dcterms:created xsi:type="dcterms:W3CDTF">2026-01-09T05:11:50Z</dcterms:created>
  <dcterms:modified xsi:type="dcterms:W3CDTF">2026-01-09T05:11:50Z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2026-02-16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tatus">
    <vt:lpwstr>draft</vt:lpwstr>
  </property>
  <property fmtid="{D5CDD505-2E9C-101B-9397-08002B2CF9AE}" pid="16" name="subtitle">
    <vt:lpwstr>Lecture</vt:lpwstr>
  </property>
  <property fmtid="{D5CDD505-2E9C-101B-9397-08002B2CF9AE}" pid="17" name="toc-title">
    <vt:lpwstr>Table of contents</vt:lpwstr>
  </property>
  <property fmtid="{D5CDD505-2E9C-101B-9397-08002B2CF9AE}" pid="18" name="week">
    <vt:lpwstr>6</vt:lpwstr>
  </property>
</Properties>
</file>
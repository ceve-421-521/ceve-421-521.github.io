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685800" y="1193800"/>
            <a:ext cx="35814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r>
                        <m:rPr>
                          <m:sty m:val="p"/>
                        </m:rPr>
                        <m:t>(</m:t>
                      </m:r>
                      <m:r>
                        <m:t>h</m:t>
                      </m:r>
                      <m:r>
                        <m:rPr>
                          <m:sty m:val="p"/>
                        </m:rPr>
                        <m:t>)</m:t>
                      </m:r>
                      <m:r>
                        <m:rPr>
                          <m:sty m:val="p"/>
                        </m:rPr>
                        <m:t>=</m:t>
                      </m:r>
                      <m:sSub>
                        <m:e>
                          <m:r>
                            <m:t>p</m:t>
                          </m:r>
                        </m:e>
                        <m:sub>
                          <m:r>
                            <m:t>0</m:t>
                          </m:r>
                        </m:sub>
                      </m:sSub>
                      <m:r>
                        <m:t> </m:t>
                      </m:r>
                      <m:sSup>
                        <m:e>
                          <m:r>
                            <m:t>e</m:t>
                          </m:r>
                        </m:e>
                        <m:sup>
                          <m:r>
                            <m:rPr>
                              <m:sty m:val="p"/>
                            </m:rPr>
                            <m:t>−</m:t>
                          </m:r>
                          <m:r>
                            <m:t>α</m:t>
                          </m:r>
                          <m:r>
                            <m:rPr>
                              <m:sty m:val="p"/>
                            </m:rPr>
                            <m:t>(</m:t>
                          </m:r>
                          <m:r>
                            <m:t>h</m:t>
                          </m:r>
                          <m:r>
                            <m:rPr>
                              <m:sty m:val="p"/>
                            </m:rPr>
                            <m:t>−</m:t>
                          </m:r>
                          <m:sSub>
                            <m:e>
                              <m:r>
                                <m:t>H</m:t>
                              </m:r>
                            </m:e>
                            <m:sub>
                              <m:r>
                                <m:t>0</m:t>
                              </m:r>
                            </m:sub>
                          </m:sSub>
                          <m:r>
                            <m:rPr>
                              <m:sty m:val="p"/>
                            </m:rPr>
                            <m:t>)</m:t>
                          </m:r>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r>
                        <m:rPr>
                          <m:sty m:val="p"/>
                        </m:rPr>
                        <m:t>(</m:t>
                      </m:r>
                      <m:r>
                        <m:t>X</m:t>
                      </m:r>
                      <m:r>
                        <m:rPr>
                          <m:sty m:val="p"/>
                        </m:rPr>
                        <m:t>)</m:t>
                      </m:r>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r>
                        <m:rPr>
                          <m:sty m:val="p"/>
                        </m:rPr>
                        <m:t>(</m:t>
                      </m:r>
                      <m:r>
                        <m:t>X</m:t>
                      </m:r>
                      <m:r>
                        <m:rPr>
                          <m:sty m:val="p"/>
                        </m:rPr>
                        <m:t>)</m:t>
                      </m:r>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r>
                        <m:rPr>
                          <m:sty m:val="p"/>
                        </m:rPr>
                        <m:t>(</m:t>
                      </m:r>
                      <m:r>
                        <m:t>X</m:t>
                      </m:r>
                      <m:r>
                        <m:rPr>
                          <m:sty m:val="p"/>
                        </m:rPr>
                        <m:t>)</m:t>
                      </m:r>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sSup>
                        <m:e>
                          <m:r>
                            <m:t>δ</m:t>
                          </m:r>
                        </m:e>
                        <m:sup>
                          <m:r>
                            <m:rPr>
                              <m:sty m:val="p"/>
                            </m:rPr>
                            <m:t>′</m:t>
                          </m:r>
                        </m:sup>
                      </m:sSup>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sSup>
                      <m:e>
                        <m:r>
                          <m:t>δ</m:t>
                        </m:r>
                      </m:e>
                      <m:sup>
                        <m:r>
                          <m:rPr>
                            <m:sty m:val="p"/>
                          </m:rPr>
                          <m:t>′</m:t>
                        </m:r>
                      </m:sup>
                    </m:sSup>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sSup>
                      <m:e>
                        <m:r>
                          <m:t>δ</m:t>
                        </m:r>
                      </m:e>
                      <m:sup>
                        <m:r>
                          <m:rPr>
                            <m:sty m:val="p"/>
                          </m:rPr>
                          <m:t>′</m:t>
                        </m:r>
                      </m:sup>
                    </m:sSup>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r><m:rPr><m:sty m:val="p" /></m:rPr><m:t>(</m:t></m:r><m:r><m:rPr><m:sty m:val="b" /></m:rPr><m:t>x</m:t></m:r><m:r><m:rPr><m:sty m:val="p" /></m:rPr><m:t>)</m:t></m:r></m:e></m:mr><m:mr><m:e><m:r><m:rPr><m:nor /><m:sty m:val="p" /></m:rPr><m:t>subject to</m:t></m:r><m:r><m:t> </m:t></m:r></m:e><m:e><m:sSub><m:e><m:r><m:t>g</m:t></m:r></m:e><m:sub><m:r><m:t>j</m:t></m:r></m:sub></m:sSub><m:r><m:rPr><m:sty m:val="p" /></m:rPr><m:t>(</m:t></m:r><m:r><m:rPr><m:sty m:val="b" /></m:rPr><m:t>x</m:t></m:r><m:r><m:rPr><m:sty m:val="p" /></m:rPr><m:t>)</m:t></m:r><m:r><m:rPr><m:sty m:val="p" /></m:rPr><m:t>≤</m:t></m:r><m:r><m:t>0</m:t></m:r><m:r><m:rPr><m:sty m:val="p" /></m:rPr><m:t>,</m:t></m:r></m:e><m:e><m:r><m:t>j</m:t></m:r><m:r><m:rPr><m:sty m:val="p" /></m:rPr><m:t>=</m:t></m:r><m:r><m:t>1</m:t></m:r><m:r><m:rPr><m:sty m:val="p" /></m:rPr><m:t>,</m:t></m:r><m:r><m:rPr><m:sty m:val="p" /></m:rPr><m:t>…</m:t></m:r><m:r><m:rPr><m:sty m:val="p" /></m:rPr><m:t>,</m:t></m:r><m:r><m:t>J</m:t></m:r></m:e></m:mr><m:mr><m:e /><m:e><m:sSub><m:e><m:r><m:t>h</m:t></m:r></m:e><m:sub><m:r><m:t>k</m:t></m:r></m:sub></m:sSub><m:r><m:rPr><m:sty m:val="p" /></m:rPr><m:t>(</m:t></m:r><m:r><m:rPr><m:sty m:val="b" /></m:rPr><m:t>x</m:t></m:r><m:r><m:rPr><m:sty m:val="p" /></m:rPr><m:t>)</m:t></m:r><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r><m:rPr><m:sty m:val="p" /></m:rPr><m:t>(</m:t></m:r><m:r><m:rPr><m:sty m:val="b" /></m:rPr><m:t>x</m:t></m:r><m:r><m:rPr><m:sty m:val="p" /></m:rPr><m:t>)</m:t></m:r></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r><m:rPr><m:sty m:val="p" /></m:rPr><m:t>(</m:t></m:r><m:r><m:t>X</m:t></m:r><m:r><m:rPr><m:sty m:val="p" /></m:rPr><m:t>)</m:t></m:r><m:r><m:rPr><m:sty m:val="p" /></m:rPr><m:t>+</m:t></m:r><m:r><m:t>L</m:t></m:r><m:r><m:rPr><m:sty m:val="p" /></m:rPr><m:t>(</m:t></m:r><m:r><m:t>X</m:t></m:r><m:r><m:rPr><m:sty m:val="p" /></m:rPr><m:t>)</m:t></m:r></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cr m:val="double-struck" /><m:sty m:val="p" /></m:rPr><m:t>E</m:t></m:r><m:r><m:rPr><m:sty m:val="p" /></m:rPr><m:t>[</m:t></m:r><m:r><m:t>f</m:t></m:r><m:r><m:rPr><m:sty m:val="p" /></m:rPr><m:t>(</m:t></m:r><m:r><m:rPr><m:sty m:val="b" /></m:rPr><m:t>x</m:t></m:r><m:r><m:rPr><m:sty m:val="p" /></m:rPr><m:t>,</m:t></m:r><m:r><m:rPr><m:sty m:val="b" /></m:rPr><m:t>θ</m:t></m:r><m:r><m:rPr><m:sty m:val="p" /></m:rPr><m:t>)</m:t></m:r><m:r><m:rPr><m:sty m:val="p" /></m:rPr><m:t>]</m:t></m:r></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r><m:rPr><m:sty m:val="p" /></m:rPr><m:t>[</m:t></m:r><m:r><m:t>g</m:t></m:r><m:r><m:rPr><m:sty m:val="p" /></m:rPr><m:t>(</m:t></m:r><m:r><m:rPr><m:sty m:val="b" /></m:rPr><m:t>x</m:t></m:r><m:r><m:rPr><m:sty m:val="p" /></m:rPr><m:t>,</m:t></m:r><m:r><m:rPr><m:sty m:val="b" /></m:rPr><m:t>θ</m:t></m:r><m:r><m:rPr><m:sty m:val="p" /></m:rPr><m:t>)</m:t></m:r><m:r><m:rPr><m:sty m:val="p" /></m:rPr><m:t>≤</m:t></m:r><m:r><m:t>0</m:t></m:r><m:r><m:rPr><m:sty m:val="p" /></m:rPr><m:t>]</m:t></m:r><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r><m:rPr><m:sty m:val="p" /></m:rPr><m:t>(</m:t></m:r><m:r><m:rPr><m:sty m:val="b" /></m:rPr><m:t>x</m:t></m:r><m:r><m:rPr><m:sty m:val="p" /></m:rPr><m:t>,</m:t></m:r><m:r><m:rPr><m:sty m:val="b" /></m:rPr><m:t>θ</m:t></m:r><m:r><m:rPr><m:sty m:val="p" /></m:rPr><m:t>)</m:t></m:r></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r>
                      <m:rPr>
                        <m:sty m:val="p"/>
                      </m:rPr>
                      <m:t>(</m:t>
                    </m:r>
                    <m:r>
                      <m:rPr>
                        <m:sty m:val="b"/>
                      </m:rPr>
                      <m:t>x</m:t>
                    </m:r>
                    <m:r>
                      <m:rPr>
                        <m:sty m:val="p"/>
                      </m:rPr>
                      <m:t>)</m:t>
                    </m:r>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James Doss-Gollin</dc:creator>
  <cp:keywords/>
  <dcterms:created xsi:type="dcterms:W3CDTF">2026-04-13T16:37:52Z</dcterms:created>
  <dcterms:modified xsi:type="dcterms:W3CDTF">2026-04-13T16:37:52Z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6</vt:lpwstr>
  </property>
</Properties>
</file>
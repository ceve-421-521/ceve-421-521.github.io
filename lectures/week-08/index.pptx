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7" Type="http://schemas.openxmlformats.org/officeDocument/2006/relationships/viewProps" Target="viewProps.xml" /><Relationship Id="rId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9" Type="http://schemas.openxmlformats.org/officeDocument/2006/relationships/tableStyles" Target="tableStyles.xml" /><Relationship Id="rId8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doi.org/10.1016/j.biocon.2010.12.020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Sensitivity &amp; Value of Information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Lecture</a:t>
            </a:r>
            <a:br/>
            <a:br/>
            <a:r>
              <a:rPr/>
              <a:t>Dr. James Doss-Gollin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2026-03-02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Coming Soon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lecture is under development.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Read a piece of Runge, Converse, and Lyons (2011), we will revisit it on Wednesday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Runge, Michael C., Sarah J. Converse, and James E. Lyons. 2011. “Which Uncertainty? Using Expert Elicitation and Expected Value of Information to Design an Adaptive Program.” </a:t>
            </a:r>
            <a:r>
              <a:rPr i="1"/>
              <a:t>Biological Conservation</a:t>
            </a:r>
            <a:r>
              <a:rPr/>
              <a:t>, Adaptive management for biodiversity conservation in an uncertain world, 144 (4): 1214–23. </a:t>
            </a:r>
            <a:r>
              <a:rPr>
                <a:hlinkClick r:id="rId2"/>
              </a:rPr>
              <a:t>https://doi.org/10.1016/j.biocon.2010.12.020</a:t>
            </a:r>
            <a:r>
              <a:rPr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Sensitivity &amp; Value of Information</dc:title>
  <dc:creator>Dr. James Doss-Gollin</dc:creator>
  <cp:keywords/>
  <dcterms:created xsi:type="dcterms:W3CDTF">2026-01-07T18:20:43Z</dcterms:created>
  <dcterms:modified xsi:type="dcterms:W3CDTF">2026-01-07T18:20:43Z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quarto-vars">
    <vt:lpwstr/>
  </property>
  <property fmtid="{D5CDD505-2E9C-101B-9397-08002B2CF9AE}" pid="3" name="authors">
    <vt:lpwstr/>
  </property>
  <property fmtid="{D5CDD505-2E9C-101B-9397-08002B2CF9AE}" pid="4" name="auto-agenda">
    <vt:lpwstr/>
  </property>
  <property fmtid="{D5CDD505-2E9C-101B-9397-08002B2CF9AE}" pid="5" name="biblio-config">
    <vt:lpwstr>True</vt:lpwstr>
  </property>
  <property fmtid="{D5CDD505-2E9C-101B-9397-08002B2CF9AE}" pid="6" name="bibliography">
    <vt:lpwstr/>
  </property>
  <property fmtid="{D5CDD505-2E9C-101B-9397-08002B2CF9AE}" pid="7" name="by-author">
    <vt:lpwstr/>
  </property>
  <property fmtid="{D5CDD505-2E9C-101B-9397-08002B2CF9AE}" pid="8" name="course">
    <vt:lpwstr>CEVE 421/521, Climate Risk Management</vt:lpwstr>
  </property>
  <property fmtid="{D5CDD505-2E9C-101B-9397-08002B2CF9AE}" pid="9" name="date">
    <vt:lpwstr>2026-03-02</vt:lpwstr>
  </property>
  <property fmtid="{D5CDD505-2E9C-101B-9397-08002B2CF9AE}" pid="10" name="header-includes">
    <vt:lpwstr/>
  </property>
  <property fmtid="{D5CDD505-2E9C-101B-9397-08002B2CF9AE}" pid="11" name="include-after">
    <vt:lpwstr/>
  </property>
  <property fmtid="{D5CDD505-2E9C-101B-9397-08002B2CF9AE}" pid="12" name="include-before">
    <vt:lpwstr/>
  </property>
  <property fmtid="{D5CDD505-2E9C-101B-9397-08002B2CF9AE}" pid="13" name="institution">
    <vt:lpwstr>Rice University</vt:lpwstr>
  </property>
  <property fmtid="{D5CDD505-2E9C-101B-9397-08002B2CF9AE}" pid="14" name="labels">
    <vt:lpwstr/>
  </property>
  <property fmtid="{D5CDD505-2E9C-101B-9397-08002B2CF9AE}" pid="15" name="subtitle">
    <vt:lpwstr>Lecture</vt:lpwstr>
  </property>
  <property fmtid="{D5CDD505-2E9C-101B-9397-08002B2CF9AE}" pid="16" name="toc-title">
    <vt:lpwstr>Table of contents</vt:lpwstr>
  </property>
  <property fmtid="{D5CDD505-2E9C-101B-9397-08002B2CF9AE}" pid="17" name="week">
    <vt:lpwstr>8</vt:lpwstr>
  </property>
</Properties>
</file>
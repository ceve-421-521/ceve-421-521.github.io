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(Ceres, Forest, and Keller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Ceres, Forest, and Keller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Ceres, Forest, and Keller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Dr. James Doss-Gollin</dc:creator>
  <cp:keywords/>
  <dcterms:created xsi:type="dcterms:W3CDTF">2026-02-23T14:34:18Z</dcterms:created>
  <dcterms:modified xsi:type="dcterms:W3CDTF">2026-02-23T14:34:18Z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Paper Discussion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
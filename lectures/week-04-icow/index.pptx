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Dr. James Doss-Gollin</dc:creator>
  <cp:keywords/>
  <dcterms:created xsi:type="dcterms:W3CDTF">2026-02-25T21:14:49Z</dcterms:created>
  <dcterms:modified xsi:type="dcterms:W3CDTF">2026-02-25T21:14:49Z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
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29/2019wr025502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Sequential Decision Making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lecture is under development.</a:t>
                </a:r>
              </a:p>
              <a:p>
                <a:pPr lvl="0" indent="0" marL="0">
                  <a:buNone/>
                </a:pPr>
                <a:r>
                  <a:rPr/>
                  <a:t>Content to adapt from previous course:</a:t>
                </a:r>
              </a:p>
              <a:p>
                <a:pPr lvl="0"/>
                <a:r>
                  <a:rPr/>
                  <a:t>Static vs. sequential decision framing</a:t>
                </a:r>
              </a:p>
              <a:p>
                <a:pPr lvl="0"/>
                <a:r>
                  <a:rPr/>
                  <a:t>State evolution: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"/>
                          </m:rPr>
                          <m:t>x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a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Reward and value functions</a:t>
                </a:r>
              </a:p>
              <a:p>
                <a:pPr lvl="0"/>
                <a:r>
                  <a:rPr/>
                  <a:t>Solution methods: open loop, dynamic programming, policy search</a:t>
                </a:r>
              </a:p>
              <a:p>
                <a:pPr lvl="0"/>
                <a:r>
                  <a:rPr/>
                  <a:t>Real options and the value of flexibility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Herman et al. (2020), in particular focusing on 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Herman, Jonathan D., Julianne D. Quinn, Scott Steinschneider, Matteo Giuliani, and Sarah Fletcher. 2020. “Climate Adaptation as a Control Problem: Review and Perspectives on Dynamic Water Resources Planning Under Uncertainty.” </a:t>
            </a:r>
            <a:r>
              <a:rPr i="1"/>
              <a:t>Water Resources Research</a:t>
            </a:r>
            <a:r>
              <a:rPr/>
              <a:t>, January, e24389. </a:t>
            </a:r>
            <a:r>
              <a:rPr>
                <a:hlinkClick r:id="rId2"/>
              </a:rPr>
              <a:t>https://doi.org/10.1029/2019wr025502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Decision Making</dc:title>
  <dc:creator>Dr. James Doss-Gollin</dc:creator>
  <cp:keywords/>
  <dcterms:created xsi:type="dcterms:W3CDTF">2026-03-02T20:06:54Z</dcterms:created>
  <dcterms:modified xsi:type="dcterms:W3CDTF">2026-03-02T20:06:54Z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2026-03-30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11</vt:lpwstr>
  </property>
</Properties>
</file>
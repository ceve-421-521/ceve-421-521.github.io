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/>
            <a:r>
              <a:rPr/>
              <a:t>Enriched notation diagram</a:t>
            </a:r>
          </a:p>
          <a:p>
            <a:pPr lvl="0"/>
            <a:r>
              <a:rPr/>
              <a:t>Dominance definition and examples</a:t>
            </a:r>
          </a:p>
          <a:p>
            <a:pPr lvl="0"/>
            <a:r>
              <a:rPr/>
              <a:t>Pareto front visualization</a:t>
            </a:r>
          </a:p>
          <a:p>
            <a:pPr lvl="0"/>
            <a:r>
              <a:rPr/>
              <a:t>Weighted sum approach and limitations</a:t>
            </a:r>
          </a:p>
          <a:p>
            <a:pPr lvl="0"/>
            <a:r>
              <a:rPr/>
              <a:t>Genetic algorithms / MOEAs</a:t>
            </a:r>
          </a:p>
          <a:p>
            <a:pPr lvl="0"/>
            <a:r>
              <a:rPr/>
              <a:t>Convergence diagnostics (hypervolume)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Dr. James Doss-Gollin</dc:creator>
  <cp:keywords/>
  <dcterms:created xsi:type="dcterms:W3CDTF">2026-01-30T06:32:05Z</dcterms:created>
  <dcterms:modified xsi:type="dcterms:W3CDTF">2026-01-30T06:32:05Z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13</vt:lpwstr>
  </property>
</Properties>
</file>
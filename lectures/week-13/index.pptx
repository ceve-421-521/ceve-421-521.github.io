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Possible content:</a:t>
            </a:r>
          </a:p>
          <a:p>
            <a:pPr lvl="0"/>
            <a:r>
              <a:rPr/>
              <a:t>Real-world climate adaptation case studies</a:t>
            </a:r>
          </a:p>
          <a:p>
            <a:pPr lvl="0"/>
            <a:r>
              <a:rPr/>
              <a:t>Integration of risk analysis, decision analysis, and optimization</a:t>
            </a:r>
          </a:p>
          <a:p>
            <a:pPr lvl="0"/>
            <a:r>
              <a:rPr/>
              <a:t>Lessons learned from practice</a:t>
            </a:r>
          </a:p>
          <a:p>
            <a:pPr lvl="0"/>
            <a:r>
              <a:rPr/>
              <a:t>Preparation for final project presentations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Dr. James Doss-Gollin</dc:creator>
  <cp:keywords/>
  <dcterms:created xsi:type="dcterms:W3CDTF">2026-03-04T17:50:17Z</dcterms:created>
  <dcterms:modified xsi:type="dcterms:W3CDTF">2026-03-04T17:50:17Z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
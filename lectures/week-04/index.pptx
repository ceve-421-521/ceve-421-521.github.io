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r>
                              <m:rPr>
                                <m:sty m:val="p"/>
                              </m:rPr>
                              <m:t>[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]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0.99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σ</m:t>
                    </m:r>
                    <m:r>
                      <m:rPr>
                        <m:sty m:val="p"/>
                      </m:rPr>
                      <m:t>,</m:t>
                    </m:r>
                    <m:r>
                      <m:t>ξ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r><m:rPr><m:sty m:val="p" /></m:rPr><m:t>(</m:t></m:r><m:r><m:t>X</m:t></m:r><m:r><m:rPr><m:sty m:val="p" /></m:rPr><m:t>&gt;</m:t></m:r><m:r><m:t>x</m:t></m:r><m:r><m:rPr><m:sty m:val="p" /></m:rPr><m:t>)</m:t></m:r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i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∣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&gt;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James Doss-Gollin</dc:creator>
  <cp:keywords/>
  <dcterms:created xsi:type="dcterms:W3CDTF">2026-03-27T18:51:57Z</dcterms:created>
  <dcterms:modified xsi:type="dcterms:W3CDTF">2026-03-27T18:51:57Z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
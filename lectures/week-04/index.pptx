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D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T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0.99</m:t>
                            </m:r>
                          </m:e>
                        </m:d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μ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σ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ξ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&gt;</m:t></m:r><m:r><m:t>x</m:t></m:r></m:e></m:d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+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</m:d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sSub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VaR</m:t>
                              </m:r>
                            </m:e>
                            <m:sub>
                              <m:r>
                                <m:t>α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Dr. James Doss-Gollin</dc:creator>
  <cp:keywords/>
  <dcterms:created xsi:type="dcterms:W3CDTF">2026-02-20T13:46:43Z</dcterms:created>
  <dcterms:modified xsi:type="dcterms:W3CDTF">2026-02-20T13:46:43Z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
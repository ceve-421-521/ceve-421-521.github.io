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wmi.github.io/BMS/chapter5-monte-carlo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Uncertainty &amp; Monte Carlo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Sections 1 and 2 of </a:t>
            </a:r>
            <a:r>
              <a:rPr>
                <a:hlinkClick r:id="rId2"/>
              </a:rPr>
              <a:t>Jeff Miller’s BMS</a:t>
            </a:r>
            <a:r>
              <a:rPr/>
              <a:t> book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Uncertainty &amp; Monte Carlo</dc:title>
  <dc:creator>Dr. James Doss-Gollin</dc:creator>
  <cp:keywords/>
  <dcterms:created xsi:type="dcterms:W3CDTF">2026-01-12T04:35:41Z</dcterms:created>
  <dcterms:modified xsi:type="dcterms:W3CDTF">2026-01-12T04:35:41Z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
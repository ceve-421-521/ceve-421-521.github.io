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D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T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0.99</m:t>
                            </m:r>
                          </m:e>
                        </m:d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μ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σ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ξ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d><m:dPr><m:begChr m:val="(" /><m:sepChr m:val="" /><m:endChr m:val=")" /><m:grow /></m:dPr><m:e><m:r><m:t>X</m:t></m:r><m:r><m:rPr><m:sty m:val="p" /></m:rPr><m:t>&gt;</m:t></m:r><m:r><m:t>x</m:t></m:r></m:e></m:d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i</m:t>
                                          </m:r>
                                        </m:e>
                                      </m:d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k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+</m:t>
                                          </m:r>
                                          <m:r>
                                            <m:t>1</m:t>
                                          </m:r>
                                        </m:e>
                                      </m:d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sSub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VaR</m:t>
                              </m:r>
                            </m:e>
                            <m:sub>
                              <m:r>
                                <m:t>α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James Doss-Gollin</dc:creator>
  <cp:keywords/>
  <dcterms:created xsi:type="dcterms:W3CDTF">2026-03-22T19:07:57Z</dcterms:created>
  <dcterms:modified xsi:type="dcterms:W3CDTF">2026-03-22T19:07:57Z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
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X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L</m:t>
                      </m:r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r><m:rPr><m:sty m:val="p" /></m:rPr><m:t>(</m:t></m:r><m:r><m:t>1</m:t></m:r><m:r><m:rPr><m:sty m:val="p" /></m:rPr><m:t>−</m:t></m:r><m:sSub><m:e><m:r><m:t>p</m:t></m:r></m:e><m:sub><m:r><m:t>m</m:t></m:r></m:sub></m:sSub><m:r><m:rPr><m:sty m:val="p" /></m:rPr><m:t>)</m:t></m:r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r><m:rPr><m:sty m:val="p" /></m:rPr><m:t>(</m:t></m:r><m:r><m:t>0</m:t></m:r><m:r><m:rPr><m:sty m:val="p" /></m:rPr><m:t>,</m:t></m:r><m:r><m:t>1</m:t></m:r><m:r><m:rPr><m:sty m:val="p" /></m:rPr><m:t>)</m:t></m:r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r><m:rPr><m:sty m:val="p" /></m:rPr><m:t>|</m:t></m:r><m:sSub><m:e><m:r><m:t>b</m:t></m:r></m:e><m:sub><m:r><m:t>k</m:t></m:r></m:sub></m:sSub><m:r><m:rPr><m:sty m:val="p" /></m:rPr><m:t>|</m:t></m:r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r><m:rPr><m:sty m:val="p" /></m:rPr><m:t>|</m:t></m:r><m:r><m:rPr><m:sty m:val="p" /></m:rPr><m:t>{</m:t></m:r><m:r><m:rPr><m:nor /><m:sty m:val="p" /></m:rPr><m:t>failures inside </m:t></m:r><m:r><m:t>B</m:t></m:r><m:r><m:rPr><m:sty m:val="p" /></m:rPr><m:t>}</m:t></m:r><m:r><m:rPr><m:sty m:val="p" /></m:rPr><m:t>|</m:t></m:r></m:num><m:den><m:r><m:rPr><m:sty m:val="p" /></m:rPr><m:t>|</m:t></m:r><m:r><m:rPr><m:sty m:val="p" /></m:rPr><m:t>{</m:t></m:r><m:r><m:rPr><m:nor /><m:sty m:val="p" /></m:rPr><m:t>scenarios inside </m:t></m:r><m:r><m:t>B</m:t></m:r><m:r><m:rPr><m:sty m:val="p" /></m:rPr><m:t>}</m:t></m:r><m:r><m:rPr><m:sty m:val="p" /></m:rPr><m:t>|</m:t></m:r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r><m:rPr><m:sty m:val="p" /></m:rPr><m:t>(</m:t></m:r><m:r><m:t>t</m:t></m:r><m:r><m:rPr><m:sty m:val="p" /></m:rPr><m:t>)</m:t></m:r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r><m:rPr><m:sty m:val="p" /></m:rPr><m:t>(</m:t></m:r><m:r><m:t>t</m:t></m:r><m:r><m:rPr><m:sty m:val="p" /></m:rPr><m:t>)</m:t></m:r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r><m:rPr><m:sty m:val="p" /></m:rPr><m:t>(</m:t></m:r><m:r><m:t>t</m:t></m:r><m:r><m:rPr><m:sty m:val="p" /></m:rPr><m:t>)</m:t></m:r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r><m:rPr><m:sty m:val="p" /></m:rPr><m:t>(</m:t></m:r><m:sSub><m:e><m:r><m:t>T</m:t></m:r></m:e><m:sub><m:r><m:rPr><m:nor /><m:sty m:val="p" /></m:rPr><m:t>heighten</m:t></m:r></m:sub></m:sSub><m:r><m:rPr><m:sty m:val="p" /></m:rPr><m:t>,</m:t></m:r><m:r><m:t> </m:t></m:r><m:r><m:rPr><m:sty m:val="p" /></m:rPr><m:t>Δ</m:t></m:r><m:r><m:t>H</m:t></m:r><m:r><m:rPr><m:sty m:val="p" /></m:rPr><m:t>)</m:t></m:r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et al.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2026-04-03T15:52:00Z</dcterms:created>
  <dcterms:modified xsi:type="dcterms:W3CDTF">2026-04-03T15:52:00Z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10</vt:lpwstr>
  </property>
</Properties>
</file>
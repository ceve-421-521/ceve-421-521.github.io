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Exploratory Modeling &amp; Scenario Discovery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Exploratory Modeling &amp; Scenario Discovery</dc:title>
  <dc:creator>Dr. James Doss-Gollin</dc:creator>
  <cp:keywords/>
  <dcterms:created xsi:type="dcterms:W3CDTF">2026-02-02T18:06:07Z</dcterms:created>
  <dcterms:modified xsi:type="dcterms:W3CDTF">2026-02-02T18:06:07Z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2026-03-23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10</vt:lpwstr>
  </property>
</Properties>
</file>
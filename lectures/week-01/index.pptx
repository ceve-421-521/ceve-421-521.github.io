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ipcc.ch/report/ar5/wg2/" TargetMode="Externa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6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7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sources.qmd" TargetMode="Externa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preparation is required for this class.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professor</a:t>
            </a:r>
          </a:p>
        </p:txBody>
      </p:sp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by appointment (or come chat after class)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climate risk management?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3"/>
              </a:rPr>
              <a:t>: IPCC AR5 WG2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XLRM Framework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Lens for Climate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Throughout this course, we’ll use the </a:t>
            </a:r>
            <a:r>
              <a:rPr b="1"/>
              <a:t>XLRM Framework</a:t>
            </a:r>
            <a:r>
              <a:rPr/>
              <a:t> to structure our thinking: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  <a:p>
            <a:pPr lvl="0" indent="0" marL="0">
              <a:buNone/>
            </a:pPr>
            <a:r>
              <a:rPr/>
              <a:t>We’ll dive deeper into XLRM next week.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the auditors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The Big Picture</a:t>
            </a:r>
          </a:p>
          <a:p>
            <a:pPr lvl="0" indent="0" marL="1270000">
              <a:buNone/>
            </a:pPr>
            <a:r>
              <a:rPr sz="2000"/>
              <a:t>You’re training to be the experts who </a:t>
            </a:r>
            <a:r>
              <a:rPr sz="2000" b="1"/>
              <a:t>check the work</a:t>
            </a:r>
            <a:r>
              <a:rPr sz="2000"/>
              <a:t>.</a:t>
            </a:r>
          </a:p>
          <a:p>
            <a:pPr lvl="0"/>
            <a:r>
              <a:rPr/>
              <a:t>Every climate plan has hidden assumptions</a:t>
            </a:r>
          </a:p>
          <a:p>
            <a:pPr lvl="0"/>
            <a:r>
              <a:rPr/>
              <a:t>Every cost-benefit analysis makes value judgments</a:t>
            </a:r>
          </a:p>
          <a:p>
            <a:pPr lvl="0"/>
            <a:r>
              <a:rPr/>
              <a:t>Your job: find the “vibes” in technical documents</a:t>
            </a:r>
          </a:p>
          <a:p>
            <a:pPr lvl="0"/>
            <a:r>
              <a:rPr/>
              <a:t>Final project: </a:t>
            </a:r>
            <a:r>
              <a:rPr b="1"/>
              <a:t>Audit a Real-World Plan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it! (and confirm on Canvas)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Grading: 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Exams</a:t>
                      </a:r>
                      <a:r>
                        <a:rPr/>
                        <a:t> (3 × 20% each)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Grading: 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Exams</a:t>
                      </a:r>
                      <a:r>
                        <a:rPr/>
                        <a:t> (3 × 15% each)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tools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class, we will use:</a:t>
            </a:r>
          </a:p>
          <a:p>
            <a:pPr lvl="0" indent="-342900" marL="342900">
              <a:buAutoNum type="arabicPeriod"/>
            </a:pPr>
            <a:r>
              <a:rPr/>
              <a:t>Julia</a:t>
            </a:r>
          </a:p>
          <a:p>
            <a:pPr lvl="0" indent="-342900" marL="342900">
              <a:buAutoNum type="arabicPeriod"/>
            </a:pPr>
            <a:r>
              <a:rPr/>
              <a:t>GitHub</a:t>
            </a:r>
          </a:p>
          <a:p>
            <a:pPr lvl="0" indent="-342900" marL="342900">
              <a:buAutoNum type="arabicPeriod"/>
            </a:pPr>
            <a:r>
              <a:rPr/>
              <a:t>Quarto</a:t>
            </a:r>
          </a:p>
          <a:p>
            <a:pPr lvl="0" indent="-342900" marL="342900">
              <a:buAutoNum type="arabicPeriod"/>
            </a:pPr>
            <a:r>
              <a:rPr/>
              <a:t>VS Code (suggested)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Julia?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Readable syntax that closely parallels math notation</a:t>
            </a:r>
          </a:p>
          <a:p>
            <a:pPr lvl="0"/>
            <a:r>
              <a:rPr/>
              <a:t>Designed for numerical and scientific computing</a:t>
            </a:r>
          </a:p>
          <a:p>
            <a:pPr lvl="0"/>
            <a:r>
              <a:rPr/>
              <a:t>Fast! Solves the “two language problem”</a:t>
            </a:r>
          </a:p>
          <a:p>
            <a:pPr lvl="0"/>
            <a:r>
              <a:rPr/>
              <a:t>Open source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You need a GitHub account</a:t>
            </a:r>
          </a:p>
          <a:p>
            <a:pPr lvl="0" indent="-342900" marL="342900">
              <a:buAutoNum type="arabicPeriod"/>
            </a:pPr>
            <a:r>
              <a:rPr/>
              <a:t>Code is stored in “repositories”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clone</a:t>
            </a:r>
            <a:r>
              <a:rPr/>
              <a:t> a repository to your computer</a:t>
            </a:r>
          </a:p>
          <a:p>
            <a:pPr lvl="0" indent="-342900" marL="342900">
              <a:buAutoNum type="arabicPeriod"/>
            </a:pPr>
            <a:r>
              <a:rPr/>
              <a:t>Make changes and </a:t>
            </a:r>
            <a:r>
              <a:rPr>
                <a:latin typeface="Courier"/>
              </a:rPr>
              <a:t>commit</a:t>
            </a:r>
            <a:r>
              <a:rPr/>
              <a:t> them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push</a:t>
            </a:r>
            <a:r>
              <a:rPr/>
              <a:t> your changes to GitHub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lets you combine text and code in one document:</a:t>
            </a:r>
          </a:p>
          <a:p>
            <a:pPr lvl="0"/>
            <a:r>
              <a:rPr/>
              <a:t>This website is made with Quarto</a:t>
            </a:r>
          </a:p>
          <a:p>
            <a:pPr lvl="0"/>
            <a:r>
              <a:rPr/>
              <a:t>You will use Quarto for lab reports</a:t>
            </a:r>
          </a:p>
          <a:p>
            <a:pPr lvl="0"/>
            <a:r>
              <a:rPr/>
              <a:t>Everything in one place, reproducible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the </a:t>
            </a:r>
            <a:r>
              <a:rPr>
                <a:hlinkClick r:id="rId2"/>
              </a:rPr>
              <a:t>resources page</a:t>
            </a:r>
            <a:r>
              <a:rPr/>
              <a:t> for links to tutorials and other resources!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Come prepared for discussion. Quiz should be easy if you do the reading!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2026-01-07T18:20:39Z</dcterms:created>
  <dcterms:modified xsi:type="dcterms:W3CDTF">2026-01-07T18:20:39Z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
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Satija, Collier, and Shaw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Stone. December 5, 2025.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22, 2022.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, December 7, 2016.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Dr. James Doss-Gollin</dc:creator>
  <cp:keywords/>
  <dcterms:created xsi:type="dcterms:W3CDTF">2026-02-16T18:51:19Z</dcterms:created>
  <dcterms:modified xsi:type="dcterms:W3CDTF">2026-02-16T18:51:19Z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
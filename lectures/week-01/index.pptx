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 et al.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Stone, December 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 (Houston, TX), December 7.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James Doss-Gollin</dc:creator>
  <cp:keywords/>
  <dcterms:created xsi:type="dcterms:W3CDTF">2026-04-10T15:02:06Z</dcterms:created>
  <dcterms:modified xsi:type="dcterms:W3CDTF">2026-04-10T15:02:06Z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toc-title">
    <vt:lpwstr>Table of contents</vt:lpwstr>
  </property>
  <property fmtid="{D5CDD505-2E9C-101B-9397-08002B2CF9AE}" pid="18" name="week">
    <vt:lpwstr>1</vt:lpwstr>
  </property>
</Properties>
</file>